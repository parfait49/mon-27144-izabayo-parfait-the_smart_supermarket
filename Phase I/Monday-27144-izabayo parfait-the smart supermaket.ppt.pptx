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0A48-A719-50DA-092F-0B4DD5052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E853-FD68-F8BE-AF28-3FF8D4509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B63F7-7DFE-672C-BBC4-D94F4B90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F9B2C-5114-FED5-54B2-7F16D3DE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D127-A16C-6477-2C0D-8E9AF10E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0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6793-926B-3393-F92D-60AEAAE8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D897-D18C-722E-012B-E2E7CFBB8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44C6B-73C2-1444-68EF-42B1CDE1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8FB27-55A8-7E18-604A-D64F1F7B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A08D3-82E7-EFED-637B-97E1D99B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2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A170-40FD-C819-0C01-9C196F5C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75C2-B144-566F-7C24-335CC5CBC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2D348-358A-74FF-9748-E76DFB04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16208-0AE0-97DB-9ABE-0D8342AE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EAAE-5B3A-299B-FD02-5D11A23D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65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69DB-4A25-4F3D-AD0D-589EEE614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E52D-72C0-B303-BD14-A6AF22446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5D1A2-A39E-7A38-0852-9CBC85DC1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83BD9-B597-4C59-B4B4-031D6905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43FCF-0E8D-80FF-39A2-41CB75DE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8E047-683E-5146-F406-DC0D8589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1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F1CB-B4EE-9A68-79CC-A7FFCE50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20C36-3542-0B62-F28B-99E391E90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722B9-F7DA-6045-E560-9AC1E082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DDB33-47F3-BC70-04DD-3C007B394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1C74A-458F-8DF7-32D7-63C72C8D1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832F8-ED62-431D-CBDC-35562356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C1C54-2EA2-9296-F63C-3368C30F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712C1-05D4-17ED-6812-78B5BBE0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6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EB9C-980E-1478-050E-CBF10C66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5400B-FBC5-D548-AC6E-18147F11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BF386-5926-923C-33B3-0C308CB5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2CB50-0ED6-519B-C8B6-3A211225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60543-9E81-22F5-0C74-735A264E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5EA30-4AED-75AD-E7A3-DC9E59D0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0CF09-99CE-199C-37A5-980C498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7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7990-A723-1C39-ABA0-F8D6EA99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A4548-AC8F-0E89-9514-1B7FBE1FC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03CA8-8A6D-C8E9-F395-A039B4E6A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95FAC-C026-8216-333F-7E251692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9E1EE-7609-887E-8E38-F0665D86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C86C7-67EA-2B7A-704F-F93079B1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A9E5-BFF0-36F0-BCFA-4EEBE0E2B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5F637A-4903-7586-B230-0235BE0CD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7084C-A99E-B005-CB9B-6F27F8F4D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A9EB-ABBB-368F-9823-64C850C1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F6647-7327-FDF0-BCE4-C1BEC99D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4B0C6-A2EC-CE51-FD13-513B63F4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1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08BB-1232-B0DD-B234-CC60AD0C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D91B9-6702-53A5-FE46-8842EE057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374F6-65A2-CF80-1C9B-BD4D2FCD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C6E6-B512-5580-0109-6AB26098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C4785-6846-F5C1-E38B-F2350F0B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89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87FD8-C5C4-F74B-F345-03DCDA6A3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4B330-A96E-B280-8D88-8861BCEC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2F560-2C3C-94B3-944F-EF7E0399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7AEA-74CD-9BF2-6E94-E452A4B2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F2697-259B-EEC0-CB50-7FA89B44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4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79EF6-2930-ED51-CE65-31BB9AC9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916E3-5871-AC0B-D15A-74678EB8E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8D46C-B82E-A7F4-9C0F-10B9A082D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BE8D3-3DA9-43F3-8FDA-1798041B223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F3130-10D9-8626-A94C-0FD8F106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20F31-9EA5-D4DC-784C-F5A6D6B06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27948-1BE2-4711-864E-E2112AFE5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7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ACDA-F393-7F9A-766F-FB05EB269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The smart </a:t>
            </a:r>
            <a:r>
              <a:rPr lang="en-US" sz="4000" b="1" dirty="0" err="1">
                <a:solidFill>
                  <a:schemeClr val="accent1"/>
                </a:solidFill>
              </a:rPr>
              <a:t>supermaket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3282B-A641-0F32-F43B-020976B2F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/>
              <a:t>Name:IZABAYO</a:t>
            </a:r>
            <a:r>
              <a:rPr lang="en-US" b="1" dirty="0"/>
              <a:t> Parfait</a:t>
            </a:r>
          </a:p>
          <a:p>
            <a:r>
              <a:rPr lang="en-US" b="1" dirty="0"/>
              <a:t>ID:27144</a:t>
            </a:r>
          </a:p>
        </p:txBody>
      </p:sp>
    </p:spTree>
    <p:extLst>
      <p:ext uri="{BB962C8B-B14F-4D97-AF65-F5344CB8AC3E}">
        <p14:creationId xmlns:p14="http://schemas.microsoft.com/office/powerpoint/2010/main" val="3275797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9D5BD4-AD45-9F9E-721E-71161FBB79AF}"/>
              </a:ext>
            </a:extLst>
          </p:cNvPr>
          <p:cNvSpPr txBox="1"/>
          <p:nvPr/>
        </p:nvSpPr>
        <p:spPr>
          <a:xfrm>
            <a:off x="471488" y="2413338"/>
            <a:ext cx="103441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accent1"/>
                </a:solidFill>
              </a:rPr>
              <a:t>                                                         Slide 1 — Problem Definition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Problem We Are Solving</a:t>
            </a:r>
            <a:br>
              <a:rPr lang="en-US" dirty="0"/>
            </a:br>
            <a:r>
              <a:rPr lang="en-US" b="1" dirty="0"/>
              <a:t>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Supermarkets struggle to keep accurate stock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work causes errors in orders and invoices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Staff waste time checking items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tracking leads to stockouts or overstocking</a:t>
            </a:r>
          </a:p>
        </p:txBody>
      </p:sp>
    </p:spTree>
    <p:extLst>
      <p:ext uri="{BB962C8B-B14F-4D97-AF65-F5344CB8AC3E}">
        <p14:creationId xmlns:p14="http://schemas.microsoft.com/office/powerpoint/2010/main" val="54419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B5DFD1-BDBD-439F-B9AD-7AFAA0F1A7BB}"/>
              </a:ext>
            </a:extLst>
          </p:cNvPr>
          <p:cNvSpPr txBox="1"/>
          <p:nvPr/>
        </p:nvSpPr>
        <p:spPr>
          <a:xfrm>
            <a:off x="1157288" y="2413338"/>
            <a:ext cx="10329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accent1"/>
                </a:solidFill>
              </a:rPr>
              <a:t>                                                                Slide 2 — Context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Where the System Will Be Used</a:t>
            </a:r>
            <a:br>
              <a:rPr lang="en-US" dirty="0"/>
            </a:br>
            <a:r>
              <a:rPr lang="en-US" b="1" dirty="0"/>
              <a:t>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Inside a supermarket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on computers by staff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manage daily operations like sales and stock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Replaces paper records with a digital system</a:t>
            </a:r>
          </a:p>
        </p:txBody>
      </p:sp>
    </p:spTree>
    <p:extLst>
      <p:ext uri="{BB962C8B-B14F-4D97-AF65-F5344CB8AC3E}">
        <p14:creationId xmlns:p14="http://schemas.microsoft.com/office/powerpoint/2010/main" val="112325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94F979-C0A8-858B-5A9E-29EA34027989}"/>
              </a:ext>
            </a:extLst>
          </p:cNvPr>
          <p:cNvSpPr txBox="1"/>
          <p:nvPr/>
        </p:nvSpPr>
        <p:spPr>
          <a:xfrm>
            <a:off x="985838" y="2413338"/>
            <a:ext cx="81545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accent1"/>
                </a:solidFill>
              </a:rPr>
              <a:t>                                                          Slide 3 — Target Users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Who Will Use the System?</a:t>
            </a:r>
            <a:br>
              <a:rPr lang="en-US" dirty="0"/>
            </a:br>
            <a:r>
              <a:rPr lang="en-US" b="1" dirty="0"/>
              <a:t>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Cashiers (record sales)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Managers (monitor operations)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Inventory Controllers (track stock levels)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Suppliers (receive accurate orders)</a:t>
            </a:r>
          </a:p>
        </p:txBody>
      </p:sp>
    </p:spTree>
    <p:extLst>
      <p:ext uri="{BB962C8B-B14F-4D97-AF65-F5344CB8AC3E}">
        <p14:creationId xmlns:p14="http://schemas.microsoft.com/office/powerpoint/2010/main" val="4930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EC600-319C-83B4-7457-DE6484DD09DC}"/>
              </a:ext>
            </a:extLst>
          </p:cNvPr>
          <p:cNvSpPr txBox="1"/>
          <p:nvPr/>
        </p:nvSpPr>
        <p:spPr>
          <a:xfrm>
            <a:off x="1371600" y="2274838"/>
            <a:ext cx="776882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solidFill>
                  <a:schemeClr val="accent1"/>
                </a:solidFill>
              </a:rPr>
              <a:t>                                                    </a:t>
            </a:r>
            <a:r>
              <a:rPr lang="en-US" sz="2000" b="1" i="1" dirty="0">
                <a:solidFill>
                  <a:schemeClr val="accent1"/>
                </a:solidFill>
              </a:rPr>
              <a:t>Slide 4 — Project Goals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Title:</a:t>
            </a:r>
            <a:r>
              <a:rPr lang="en-US" dirty="0"/>
              <a:t> Main Goals of the System</a:t>
            </a:r>
            <a:br>
              <a:rPr lang="en-US" dirty="0"/>
            </a:br>
            <a:r>
              <a:rPr lang="en-US" b="1" dirty="0"/>
              <a:t>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 sales, stock updates, and supplier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human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fast access to accurate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decision-making and daily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data security and controlled changes</a:t>
            </a:r>
          </a:p>
        </p:txBody>
      </p:sp>
    </p:spTree>
    <p:extLst>
      <p:ext uri="{BB962C8B-B14F-4D97-AF65-F5344CB8AC3E}">
        <p14:creationId xmlns:p14="http://schemas.microsoft.com/office/powerpoint/2010/main" val="398250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75BE9A-2D99-CD19-82D7-73DCE414B8C9}"/>
              </a:ext>
            </a:extLst>
          </p:cNvPr>
          <p:cNvSpPr txBox="1"/>
          <p:nvPr/>
        </p:nvSpPr>
        <p:spPr>
          <a:xfrm>
            <a:off x="1200149" y="2274838"/>
            <a:ext cx="96869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                                     Slide 5 — BI Potential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Title: Business Intelligence (BI) Benefits</a:t>
            </a:r>
            <a:br>
              <a:rPr lang="en-US" dirty="0"/>
            </a:br>
            <a:r>
              <a:rPr lang="en-US" dirty="0"/>
              <a:t>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fast- and slow-selling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stock shortages 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supplier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sales summaries and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 managers make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252342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218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The smart supermaket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TECH</dc:creator>
  <cp:lastModifiedBy>SAM TECH</cp:lastModifiedBy>
  <cp:revision>1</cp:revision>
  <dcterms:created xsi:type="dcterms:W3CDTF">2025-12-07T04:17:25Z</dcterms:created>
  <dcterms:modified xsi:type="dcterms:W3CDTF">2025-12-07T04:51:18Z</dcterms:modified>
</cp:coreProperties>
</file>