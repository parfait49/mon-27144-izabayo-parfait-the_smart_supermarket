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8" r:id="rId4"/>
    <p:sldId id="272" r:id="rId5"/>
    <p:sldId id="260" r:id="rId6"/>
    <p:sldId id="261" r:id="rId7"/>
    <p:sldId id="262" r:id="rId8"/>
    <p:sldId id="273" r:id="rId9"/>
    <p:sldId id="263" r:id="rId10"/>
    <p:sldId id="264" r:id="rId11"/>
    <p:sldId id="265" r:id="rId12"/>
    <p:sldId id="266" r:id="rId13"/>
    <p:sldId id="267" r:id="rId14"/>
    <p:sldId id="274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50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7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your project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major problems faced by supermarkets.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who will use this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explain what tables store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PL/SQL automates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what the ERD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about realistic test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the tools you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auditing improves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what can be improved in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SMART SUPERMARKET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>
                <a:solidFill>
                  <a:schemeClr val="tx1"/>
                </a:solidFill>
              </a:rPr>
              <a:t>Student Name: </a:t>
            </a:r>
            <a:r>
              <a:rPr lang="en-US" dirty="0">
                <a:solidFill>
                  <a:schemeClr val="tx1"/>
                </a:solidFill>
              </a:rPr>
              <a:t>IZABAYO Parfait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Student ID: 2</a:t>
            </a:r>
            <a:r>
              <a:rPr lang="en-US" dirty="0">
                <a:solidFill>
                  <a:schemeClr val="tx1"/>
                </a:solidFill>
              </a:rPr>
              <a:t>7144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Class Group: </a:t>
            </a:r>
            <a:r>
              <a:rPr lang="en-US" dirty="0">
                <a:solidFill>
                  <a:schemeClr val="tx1"/>
                </a:solidFill>
              </a:rPr>
              <a:t>Monday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Lecturer: Eric </a:t>
            </a:r>
            <a:r>
              <a:rPr dirty="0" err="1">
                <a:solidFill>
                  <a:schemeClr val="tx1"/>
                </a:solidFill>
              </a:rPr>
              <a:t>Maniraguha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Course: INSY 8311 – Database Development with PL/SQL</a:t>
            </a:r>
          </a:p>
          <a:p>
            <a:r>
              <a:rPr dirty="0">
                <a:solidFill>
                  <a:schemeClr val="tx1"/>
                </a:solidFill>
              </a:rPr>
              <a:t>Academic Year: 2024–2025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C4AA7-13A0-9446-595C-90B31DAE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990CF-15EB-10B5-BCC5-A4210206A8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project presents a Smart Supermarket Management System developed using Oracle PL/SQL.</a:t>
            </a:r>
          </a:p>
          <a:p>
            <a:r>
              <a:rPr lang="en-US" dirty="0"/>
              <a:t>It automates inventory control, sales tracking, and supplier management to improve efficiency, accuracy, and transparency in retail operations.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2C3C3A-B59F-32DE-A330-CFFB41AEA3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2" y="1728788"/>
            <a:ext cx="4324348" cy="4397375"/>
          </a:xfrm>
        </p:spPr>
      </p:pic>
    </p:spTree>
    <p:extLst>
      <p:ext uri="{BB962C8B-B14F-4D97-AF65-F5344CB8AC3E}">
        <p14:creationId xmlns:p14="http://schemas.microsoft.com/office/powerpoint/2010/main" val="252291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Inconsistent stock levels</a:t>
            </a:r>
          </a:p>
          <a:p>
            <a:r>
              <a:rPr dirty="0"/>
              <a:t> Manual and error-prone order and invoice processing</a:t>
            </a:r>
          </a:p>
          <a:p>
            <a:r>
              <a:rPr dirty="0"/>
              <a:t>Limited performance analytics</a:t>
            </a:r>
          </a:p>
          <a:p>
            <a:r>
              <a:rPr dirty="0"/>
              <a:t>Lack of audit tracking for sensitive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677C6-5146-E274-AE00-4E24C4099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D0F36-4141-FD26-869B-C76AD2DF23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Automate stock, sales, and orders</a:t>
            </a:r>
          </a:p>
          <a:p>
            <a:r>
              <a:rPr lang="en-US" dirty="0"/>
              <a:t>- Ensure data consistency with constraints and triggers</a:t>
            </a:r>
          </a:p>
          <a:p>
            <a:r>
              <a:rPr lang="en-US" dirty="0"/>
              <a:t>- Provide analytics using PL/SQL functions and cursors</a:t>
            </a:r>
          </a:p>
          <a:p>
            <a:r>
              <a:rPr lang="en-US" dirty="0"/>
              <a:t>- Enable secure and traceable database operations</a:t>
            </a:r>
          </a:p>
          <a:p>
            <a:r>
              <a:rPr lang="en-US" dirty="0"/>
              <a:t>- Support real-time inventory and financial insights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546AAC-CB1E-C73A-4A7D-548E6D5C7D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700213"/>
            <a:ext cx="4038600" cy="4425950"/>
          </a:xfrm>
        </p:spPr>
      </p:pic>
    </p:spTree>
    <p:extLst>
      <p:ext uri="{BB962C8B-B14F-4D97-AF65-F5344CB8AC3E}">
        <p14:creationId xmlns:p14="http://schemas.microsoft.com/office/powerpoint/2010/main" val="2290352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Cashiers</a:t>
            </a:r>
          </a:p>
          <a:p>
            <a:r>
              <a:rPr dirty="0"/>
              <a:t>- Store Managers</a:t>
            </a:r>
          </a:p>
          <a:p>
            <a:r>
              <a:rPr dirty="0"/>
              <a:t>- Inventory Controllers</a:t>
            </a:r>
          </a:p>
          <a:p>
            <a:r>
              <a:rPr dirty="0"/>
              <a:t>- Suppliers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Database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CATEGORY, PRODUCT, CUSTOMER, SUPPLIER, EMPLOYEE,</a:t>
            </a:r>
          </a:p>
          <a:p>
            <a:r>
              <a:t>INVOICE, INVOICE_DETAIL, ORDER_SUPERMARKET,</a:t>
            </a:r>
          </a:p>
          <a:p>
            <a:r>
              <a:t>STOCK, AUDIT_LOG, HOLIDAY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SQL &amp; PL/SQL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Procedures: </a:t>
            </a:r>
            <a:r>
              <a:rPr dirty="0" err="1"/>
              <a:t>add_invoice_detail</a:t>
            </a:r>
            <a:endParaRPr dirty="0"/>
          </a:p>
          <a:p>
            <a:r>
              <a:rPr dirty="0"/>
              <a:t>Functions: </a:t>
            </a:r>
            <a:r>
              <a:rPr dirty="0" err="1"/>
              <a:t>get_invoice_total</a:t>
            </a:r>
            <a:endParaRPr dirty="0"/>
          </a:p>
          <a:p>
            <a:r>
              <a:rPr dirty="0"/>
              <a:t>Cursors: </a:t>
            </a:r>
            <a:r>
              <a:rPr dirty="0" err="1"/>
              <a:t>low_stock_cursor</a:t>
            </a:r>
            <a:endParaRPr dirty="0"/>
          </a:p>
          <a:p>
            <a:r>
              <a:rPr dirty="0"/>
              <a:t>Packages: </a:t>
            </a:r>
            <a:r>
              <a:rPr dirty="0" err="1"/>
              <a:t>Supermarket_Package</a:t>
            </a:r>
            <a:endParaRPr dirty="0"/>
          </a:p>
          <a:p>
            <a:r>
              <a:rPr dirty="0"/>
              <a:t>Triggers: </a:t>
            </a:r>
            <a:r>
              <a:rPr dirty="0" err="1"/>
              <a:t>prevent_dml_on_holidays</a:t>
            </a:r>
            <a:r>
              <a:rPr dirty="0"/>
              <a:t>, </a:t>
            </a:r>
            <a:r>
              <a:rPr dirty="0" err="1"/>
              <a:t>log_user_action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B85BD-BD08-9D09-36C2-F0EB3363D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SQL &amp; PL/SQL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C3F03-6B55-39B5-E75F-AE4203C542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Procedures: </a:t>
            </a:r>
            <a:r>
              <a:rPr lang="en-US" dirty="0" err="1"/>
              <a:t>add_invoice_detail</a:t>
            </a:r>
            <a:endParaRPr lang="en-US" dirty="0"/>
          </a:p>
          <a:p>
            <a:r>
              <a:rPr lang="en-US" dirty="0"/>
              <a:t>Functions: </a:t>
            </a:r>
            <a:r>
              <a:rPr lang="en-US" dirty="0" err="1"/>
              <a:t>get_invoice_total</a:t>
            </a:r>
            <a:endParaRPr lang="en-US" dirty="0"/>
          </a:p>
          <a:p>
            <a:r>
              <a:rPr lang="en-US" dirty="0"/>
              <a:t>Cursors: </a:t>
            </a:r>
            <a:r>
              <a:rPr lang="en-US" dirty="0" err="1"/>
              <a:t>low_stock_cursor</a:t>
            </a:r>
            <a:endParaRPr lang="en-US" dirty="0"/>
          </a:p>
          <a:p>
            <a:r>
              <a:rPr lang="en-US" dirty="0"/>
              <a:t>Packages: </a:t>
            </a:r>
            <a:r>
              <a:rPr lang="en-US" dirty="0" err="1"/>
              <a:t>Supermarket_Package</a:t>
            </a:r>
            <a:endParaRPr lang="en-US" dirty="0"/>
          </a:p>
          <a:p>
            <a:r>
              <a:rPr lang="en-US" dirty="0"/>
              <a:t>Triggers: </a:t>
            </a:r>
            <a:r>
              <a:rPr lang="en-US" dirty="0" err="1"/>
              <a:t>prevent_dml_on_holidays</a:t>
            </a:r>
            <a:r>
              <a:rPr lang="en-US" dirty="0"/>
              <a:t>, </a:t>
            </a:r>
            <a:r>
              <a:rPr lang="en-US" dirty="0" err="1"/>
              <a:t>log_user_action</a:t>
            </a:r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E4ED70-7A19-D341-ABF0-79CADBBBB8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1" y="1600200"/>
            <a:ext cx="4038600" cy="4271963"/>
          </a:xfrm>
        </p:spPr>
      </p:pic>
    </p:spTree>
    <p:extLst>
      <p:ext uri="{BB962C8B-B14F-4D97-AF65-F5344CB8AC3E}">
        <p14:creationId xmlns:p14="http://schemas.microsoft.com/office/powerpoint/2010/main" val="1703363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Entity Relationship Diagram (ERD)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diagram shows relationships between products, customers, suppliers, employees, invoices, orders, and stock.</a:t>
            </a:r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71822B-B1AD-3D1E-B084-D8B5DC9ED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28962"/>
            <a:ext cx="9144000" cy="39528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Sample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Customers: Jean Bosco, Uwase Divine</a:t>
            </a:r>
          </a:p>
          <a:p>
            <a:r>
              <a:t>Employees: Alice Mukamana, Eric Niyonzima</a:t>
            </a:r>
          </a:p>
          <a:p>
            <a:r>
              <a:t>Suppliers: Niyonzima Suppliers Ltd, Kigali Wholesalers</a:t>
            </a:r>
          </a:p>
          <a:p>
            <a:r>
              <a:t>Products: Rice, Sugar, Tea, Soap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 Database 21c</a:t>
            </a:r>
          </a:p>
          <a:p>
            <a:r>
              <a:t>Oracle SQL Developer</a:t>
            </a:r>
          </a:p>
          <a:p>
            <a:r>
              <a:t>DBeaver</a:t>
            </a:r>
          </a:p>
          <a:p>
            <a:r>
              <a:t>GitHub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Auditing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All updates and deletions are logged in the AUDIT_LOG table using triggers.</a:t>
            </a:r>
          </a:p>
          <a:p>
            <a:r>
              <a:rPr dirty="0"/>
              <a:t>The HOLIDAY table prevents critical actions on public holidays.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Mobile app integration</a:t>
            </a:r>
          </a:p>
          <a:p>
            <a:r>
              <a:rPr dirty="0"/>
              <a:t>- Real-time analytics dashboard</a:t>
            </a:r>
          </a:p>
          <a:p>
            <a:r>
              <a:rPr dirty="0"/>
              <a:t>- Barcode scanning</a:t>
            </a:r>
          </a:p>
          <a:p>
            <a:r>
              <a:rPr dirty="0"/>
              <a:t>- Supplier portal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EEEEA-D760-7839-EED5-A2E36375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85A44-F60D-AAE5-2CD5-4A13A79307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Smart Supermarket Management System successfully automates supermarket operations using Oracle PL/SQL and provides a secure, reliable, and scalable solution.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662750-A199-EC7F-B0BA-9C64ABE74C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771650"/>
            <a:ext cx="4038599" cy="3400425"/>
          </a:xfrm>
        </p:spPr>
      </p:pic>
    </p:spTree>
    <p:extLst>
      <p:ext uri="{BB962C8B-B14F-4D97-AF65-F5344CB8AC3E}">
        <p14:creationId xmlns:p14="http://schemas.microsoft.com/office/powerpoint/2010/main" val="1581590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 i="1" dirty="0"/>
              <a:t>Presented by:</a:t>
            </a:r>
          </a:p>
          <a:p>
            <a:r>
              <a:rPr lang="en-US" sz="2400" b="1" i="1" dirty="0"/>
              <a:t>IZABAYO Parfait</a:t>
            </a:r>
            <a:endParaRPr sz="2400" b="1" i="1" dirty="0"/>
          </a:p>
          <a:p>
            <a:r>
              <a:rPr sz="2400" b="1" i="1" dirty="0"/>
              <a:t>Student ID: </a:t>
            </a:r>
            <a:r>
              <a:rPr lang="en-US" sz="2400" b="1" i="1" dirty="0"/>
              <a:t>27144</a:t>
            </a:r>
            <a:endParaRPr sz="2400" b="1" i="1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498</Words>
  <Application>Microsoft Office PowerPoint</Application>
  <PresentationFormat>On-screen Show (4:3)</PresentationFormat>
  <Paragraphs>78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THE SMART SUPERMARKET MANAGEMENT SYSTEM</vt:lpstr>
      <vt:lpstr>INTRODUCTION</vt:lpstr>
      <vt:lpstr>Problem Statement</vt:lpstr>
      <vt:lpstr>Project Objectives</vt:lpstr>
      <vt:lpstr>Target Users</vt:lpstr>
      <vt:lpstr>Database Tables</vt:lpstr>
      <vt:lpstr>SQL &amp; PL/SQL Components</vt:lpstr>
      <vt:lpstr>SQL &amp; PL/SQL Components</vt:lpstr>
      <vt:lpstr>Entity Relationship Diagram (ERD)</vt:lpstr>
      <vt:lpstr>Sample Data</vt:lpstr>
      <vt:lpstr>Tools Used</vt:lpstr>
      <vt:lpstr>Auditing &amp; Security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P.a.r.f.a.i.t</dc:creator>
  <cp:keywords/>
  <dc:description>generated using python-pptx</dc:description>
  <cp:lastModifiedBy>SAM TECH</cp:lastModifiedBy>
  <cp:revision>4</cp:revision>
  <dcterms:created xsi:type="dcterms:W3CDTF">2013-01-27T09:14:16Z</dcterms:created>
  <dcterms:modified xsi:type="dcterms:W3CDTF">2025-12-07T19:26:40Z</dcterms:modified>
  <cp:category/>
</cp:coreProperties>
</file>